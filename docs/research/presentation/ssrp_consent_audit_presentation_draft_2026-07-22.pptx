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b9969fc1f34e30" /><Relationship Type="http://schemas.openxmlformats.org/officeDocument/2006/relationships/extended-properties" Target="/docProps/app.xml" Id="Recda1eaf7b694486" /><Relationship Type="http://schemas.openxmlformats.org/officeDocument/2006/relationships/officeDocument" Target="/ppt/presentation.xml" Id="R6922b4af685040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f50209042240ef"/>
  </p:sldMasterIdLst>
  <p:notesMasterIdLst>
    <p:notesMasterId xmlns:r="http://schemas.openxmlformats.org/officeDocument/2006/relationships" r:id="R3202e3e8a0d04f7f"/>
  </p:notesMasterIdLst>
  <p:sldIdLst>
    <p:sldId xmlns:r="http://schemas.openxmlformats.org/officeDocument/2006/relationships" id="256" r:id="R4472cbd7203e414e"/>
    <p:sldId xmlns:r="http://schemas.openxmlformats.org/officeDocument/2006/relationships" id="257" r:id="Rf4d3b783e69e4422"/>
    <p:sldId xmlns:r="http://schemas.openxmlformats.org/officeDocument/2006/relationships" id="258" r:id="R7504da1c057e484f"/>
    <p:sldId xmlns:r="http://schemas.openxmlformats.org/officeDocument/2006/relationships" id="259" r:id="R29842feac4fe42ea"/>
    <p:sldId xmlns:r="http://schemas.openxmlformats.org/officeDocument/2006/relationships" id="260" r:id="R893ed3d7a0344f3e"/>
    <p:sldId xmlns:r="http://schemas.openxmlformats.org/officeDocument/2006/relationships" id="261" r:id="R7e32699e5bf049e8"/>
    <p:sldId xmlns:r="http://schemas.openxmlformats.org/officeDocument/2006/relationships" id="262" r:id="Ra43791b21f444615"/>
    <p:sldId xmlns:r="http://schemas.openxmlformats.org/officeDocument/2006/relationships" id="263" r:id="Rb9a6bc1ebb824adb"/>
    <p:sldId xmlns:r="http://schemas.openxmlformats.org/officeDocument/2006/relationships" id="264" r:id="Rb1e8964b0d624c0f"/>
    <p:sldId xmlns:r="http://schemas.openxmlformats.org/officeDocument/2006/relationships" id="265" r:id="R25588e893f9140f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298eb1618d4b13" /><Relationship Type="http://schemas.openxmlformats.org/officeDocument/2006/relationships/slideMaster" Target="/ppt/slideMasters/slideMaster1.xml" Id="R0af50209042240ef" /><Relationship Type="http://schemas.openxmlformats.org/officeDocument/2006/relationships/notesMaster" Target="/ppt/notesMasters/notesMaster1.xml" Id="R3202e3e8a0d04f7f" /><Relationship Type="http://schemas.openxmlformats.org/officeDocument/2006/relationships/presProps" Target="/ppt/presProps.xml" Id="Re44b22781441493b" /><Relationship Type="http://schemas.openxmlformats.org/officeDocument/2006/relationships/tableStyles" Target="/ppt/tableStyles.xml" Id="Rb9bf8f3f5b304a54" /><Relationship Type="http://schemas.openxmlformats.org/officeDocument/2006/relationships/slide" Target="/ppt/slides/slide1.xml" Id="R4472cbd7203e414e" /><Relationship Type="http://schemas.openxmlformats.org/officeDocument/2006/relationships/slide" Target="/ppt/slides/slide2.xml" Id="Rf4d3b783e69e4422" /><Relationship Type="http://schemas.openxmlformats.org/officeDocument/2006/relationships/slide" Target="/ppt/slides/slide3.xml" Id="R7504da1c057e484f" /><Relationship Type="http://schemas.openxmlformats.org/officeDocument/2006/relationships/slide" Target="/ppt/slides/slide4.xml" Id="R29842feac4fe42ea" /><Relationship Type="http://schemas.openxmlformats.org/officeDocument/2006/relationships/slide" Target="/ppt/slides/slide5.xml" Id="R893ed3d7a0344f3e" /><Relationship Type="http://schemas.openxmlformats.org/officeDocument/2006/relationships/slide" Target="/ppt/slides/slide6.xml" Id="R7e32699e5bf049e8" /><Relationship Type="http://schemas.openxmlformats.org/officeDocument/2006/relationships/slide" Target="/ppt/slides/slide7.xml" Id="Ra43791b21f444615" /><Relationship Type="http://schemas.openxmlformats.org/officeDocument/2006/relationships/slide" Target="/ppt/slides/slide8.xml" Id="Rb9a6bc1ebb824adb" /><Relationship Type="http://schemas.openxmlformats.org/officeDocument/2006/relationships/slide" Target="/ppt/slides/slide9.xml" Id="Rb1e8964b0d624c0f" /><Relationship Type="http://schemas.openxmlformats.org/officeDocument/2006/relationships/slide" Target="/ppt/slides/slide10.xml" Id="R25588e893f9140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c781dc1dae43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f59a58c7994cd2" /><Relationship Type="http://schemas.openxmlformats.org/officeDocument/2006/relationships/notesMaster" Target="/ppt/notesMasters/notesMaster1.xml" Id="R84b13dd48f964f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906a4522c4445a" /><Relationship Type="http://schemas.openxmlformats.org/officeDocument/2006/relationships/notesMaster" Target="/ppt/notesMasters/notesMaster1.xml" Id="R2c2090917c6045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018d957ac746ed" /><Relationship Type="http://schemas.openxmlformats.org/officeDocument/2006/relationships/notesMaster" Target="/ppt/notesMasters/notesMaster1.xml" Id="Rcbeda2bcf96e45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3e5e9007e34145" /><Relationship Type="http://schemas.openxmlformats.org/officeDocument/2006/relationships/notesMaster" Target="/ppt/notesMasters/notesMaster1.xml" Id="R7ae0c6f7408f45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fa2a8c490c40f1" /><Relationship Type="http://schemas.openxmlformats.org/officeDocument/2006/relationships/notesMaster" Target="/ppt/notesMasters/notesMaster1.xml" Id="R9ae078ceb3f844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dbc9648ab14cbf" /><Relationship Type="http://schemas.openxmlformats.org/officeDocument/2006/relationships/notesMaster" Target="/ppt/notesMasters/notesMaster1.xml" Id="R889f74f825a944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8e27ce7ac44cfa" /><Relationship Type="http://schemas.openxmlformats.org/officeDocument/2006/relationships/notesMaster" Target="/ppt/notesMasters/notesMaster1.xml" Id="Re357f5a1f93948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3c6723b0bb45c7" /><Relationship Type="http://schemas.openxmlformats.org/officeDocument/2006/relationships/notesMaster" Target="/ppt/notesMasters/notesMaster1.xml" Id="R23b300ce5b3e4e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9a0b0df7f414dc6" /><Relationship Type="http://schemas.openxmlformats.org/officeDocument/2006/relationships/notesMaster" Target="/ppt/notesMasters/notesMaster1.xml" Id="R9f0b22ed191743a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1bdd2d70ee84d3c" /><Relationship Type="http://schemas.openxmlformats.org/officeDocument/2006/relationships/notesMaster" Target="/ppt/notesMasters/notesMaster1.xml" Id="Rc5b5549fd52847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f28b4785c84e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484cc0b25b44b9" /><Relationship Type="http://schemas.openxmlformats.org/officeDocument/2006/relationships/slideLayout" Target="/ppt/slideLayouts/slideLayout1.xml" Id="Rc4df3f03f6c145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df3f03f6c145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98f81051a4442d" /><Relationship Type="http://schemas.openxmlformats.org/officeDocument/2006/relationships/notesSlide" Target="/ppt/notesSlides/notesSlide1.xml" Id="R47e5b1e14d7e45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958afde6d74768" /><Relationship Type="http://schemas.openxmlformats.org/officeDocument/2006/relationships/notesSlide" Target="/ppt/notesSlides/notesSlide2.xml" Id="R6b4063c44ae644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33ed1bb62434e" /><Relationship Type="http://schemas.openxmlformats.org/officeDocument/2006/relationships/notesSlide" Target="/ppt/notesSlides/notesSlide3.xml" Id="R911ccf4856154e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148c91680438a" /><Relationship Type="http://schemas.openxmlformats.org/officeDocument/2006/relationships/notesSlide" Target="/ppt/notesSlides/notesSlide4.xml" Id="Rf4186c89416244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5776e0259549f5" /><Relationship Type="http://schemas.openxmlformats.org/officeDocument/2006/relationships/notesSlide" Target="/ppt/notesSlides/notesSlide5.xml" Id="Rcde2facfc6584a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48b0610944b4b" /><Relationship Type="http://schemas.openxmlformats.org/officeDocument/2006/relationships/image" Target="/ppt/media/image.png" Id="R1dc2f94055ff4987" /><Relationship Type="http://schemas.openxmlformats.org/officeDocument/2006/relationships/notesSlide" Target="/ppt/notesSlides/notesSlide6.xml" Id="R5f1ef3f4091344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fbeacff4d14654" /><Relationship Type="http://schemas.openxmlformats.org/officeDocument/2006/relationships/image" Target="/ppt/media/image2.png" Id="R19dfc90fd8b140cf" /><Relationship Type="http://schemas.openxmlformats.org/officeDocument/2006/relationships/notesSlide" Target="/ppt/notesSlides/notesSlide7.xml" Id="R142dd60ce31146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66e94352f6492a" /><Relationship Type="http://schemas.openxmlformats.org/officeDocument/2006/relationships/image" Target="/ppt/media/image3.png" Id="Raa7781d1a173446f" /><Relationship Type="http://schemas.openxmlformats.org/officeDocument/2006/relationships/image" Target="/ppt/media/image4.png" Id="Rcaa309bcf0fb4d10" /><Relationship Type="http://schemas.openxmlformats.org/officeDocument/2006/relationships/image" Target="/ppt/media/image5.png" Id="R12b27e4aa2e2425f" /><Relationship Type="http://schemas.openxmlformats.org/officeDocument/2006/relationships/notesSlide" Target="/ppt/notesSlides/notesSlide8.xml" Id="R91462af0ebcb4fb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7d355a25fd4e5b" /><Relationship Type="http://schemas.openxmlformats.org/officeDocument/2006/relationships/notesSlide" Target="/ppt/notesSlides/notesSlide9.xml" Id="R4a74925d629048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5eb52b0344dbf" /><Relationship Type="http://schemas.openxmlformats.org/officeDocument/2006/relationships/notesSlide" Target="/ppt/notesSlides/notesSlide10.xml" Id="R74c35c08e70448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EF4851-0083-4D68-A2D4-7720A048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rPr>
              <a:t>SSRP 2026 | PILOT METHODS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9D25EE-A045-496F-BB72-4123658F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8953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Traceable Consent</a:t>
            </a:r>
          </a:p>
          <a:p xmlns:a="http://schemas.openxmlformats.org/drawingml/2006/main">
            <a:pPr algn="l">
              <a:defRPr sz="5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Interface Audit</a:t>
            </a:r>
          </a:p>
          <a:p xmlns:a="http://schemas.openxmlformats.org/drawingml/2006/main">
            <a:pPr algn="l">
              <a:defRPr sz="5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and Versioning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64FDE1-7263-4A06-8053-3E1CFCBD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04950"/>
            <a:ext cx="19812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5FC667-84C8-4368-A862-26403B28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8669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RQ1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E5879A-4E49-4DC0-B731-B4E5079E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457450"/>
            <a:ext cx="152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score unbiased</a:t>
            </a:r>
          </a:p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choice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D6E7D6-D3A7-4AD4-AA9C-A28D58D0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909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RQ2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DA7FC2-E083-4094-8480-7CC07F05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981450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capture and</a:t>
            </a:r>
          </a:p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version change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F69062-F02A-4F6A-B8FC-54A7C796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Qianyi (Alfred) Chen | Mentor: Dr. Jagdip Singh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006D91-6CFB-46B5-972A-8E1FA213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Current evidence through June 6, 2026</a:t>
            </a:r>
          </a:p>
        </p:txBody>
      </p:sp>
    </p:spTree>
    <p:extLst>
      <p:ext uri="{BB962C8B-B14F-4D97-AF65-F5344CB8AC3E}">
        <p14:creationId xmlns:p14="http://schemas.microsoft.com/office/powerpoint/2010/main" val="18978723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C0ACE7-5B35-46C9-B8F7-5C67B037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evidence bundle serves two research 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11FE3B-8D62-4C94-91A2-3D754D03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810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4EEF57-3790-41FC-A518-A0DCBFF1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project is not a screenshot collection. Screenshots, DOM-derived refs, visible text, hashes, and path attempts are evidence inputs for scoring and versioning.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F693EB-EC50-4EFE-99B1-66840D84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5429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D65FD4-51DD-4D5D-8D9B-2BF32026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76500"/>
            <a:ext cx="5429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FA166C-1148-4A8D-85FD-7F84802F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14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rPr>
              <a:t>RQ1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A11D68-C5BC-4096-B6EC-34DC2292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66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Score the full consent pathway for unbiased choice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D8E6BB-F8A9-4317-B290-F50295A6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Availability -&gt; effort -&gt; transparency and unbiased choice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EEDFCF-30EF-4FE6-A499-8F395274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81300"/>
            <a:ext cx="114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rPr>
              <a:t>RQ2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BF7D48-1A58-46B5-9537-9214180C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90900"/>
            <a:ext cx="466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Capture and version privacy interfaces over 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FFC4E0-C50D-48E9-B5F3-8799B8DC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7675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Repeated evidence -&gt; fingerprints -&gt; change events and summaries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92E4E9-5FCB-4E00-B643-6B492C6C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SSRP 2026 | Qianyi (Alfred) Chen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82B625-26AC-4382-955B-38506314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62700"/>
            <a:ext cx="779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Source: original proposal RQs; current_project_goal_2026-07-02.md</a:t>
            </a:r>
          </a:p>
        </p:txBody>
      </p:sp>
    </p:spTree>
    <p:extLst>
      <p:ext uri="{BB962C8B-B14F-4D97-AF65-F5344CB8AC3E}">
        <p14:creationId xmlns:p14="http://schemas.microsoft.com/office/powerpoint/2010/main" val="2654196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D9A2EA-BD41-4E0C-9498-F4D15699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current pilot is deterministic and locally reproducible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6633FD-ACAF-4815-9039-5F3292B6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810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5412CF-2B58-48CA-8356-D63D13CE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rPr>
              <a:t>Active runtime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0E17B-B034-4D33-9CF1-2F0A35B1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00350"/>
            <a:ext cx="5905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90A0D-7229-4A06-9793-73F92AEC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800350"/>
            <a:ext cx="5905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CFE5A-9B9A-4BA3-8F1F-AC4C2B3A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00350"/>
            <a:ext cx="5905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E6D65C-1AF2-43C3-9566-A15BC60D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238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1A664B-C105-47FF-A047-5307D170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196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Playwright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99D7AF-87FC-47E8-B56D-4D1E588D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962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142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screenshot, DOM-derived evidence, path attempts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8F7FDB-80AA-4FA2-8391-3EC7D74F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33600"/>
            <a:ext cx="238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566238-5BE2-472A-A529-59A5CBAB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00300"/>
            <a:ext cx="196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Deterministic scoring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EA02D5-994C-4BA4-994B-E79B7F99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86100"/>
            <a:ext cx="1962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Layer 1 / 2 / 3 rules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F263AE-8B65-4B70-BCDA-459680DB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33600"/>
            <a:ext cx="238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1B8F20-0B00-45A3-83BC-872E67A1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00300"/>
            <a:ext cx="196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Structured outputs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16A8B4-5AAD-4698-B73D-D8806A33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86100"/>
            <a:ext cx="1962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AuditReport, CSV exports, weekly summaries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7F6324-7B31-4C2B-B544-C2CCAC2F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33600"/>
            <a:ext cx="238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4E042A-F8EC-488B-A5EC-5A5D1BFC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00300"/>
            <a:ext cx="196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Local persistence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834428-CA92-4BA4-BB81-478A4742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086100"/>
            <a:ext cx="1962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append-only JSONL and file copies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817C45-1C21-444F-8636-0F040E71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113919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D0B64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AE8F42-CF0B-4F59-9E09-1B6D4E22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Not active in this pilot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22F2F1-9889-4BF2-A964-E0A524AF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29150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External LLM/VLM calls | PostgreSQL/R2 | APScheduler | hosted demo | per-report PDF generation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9C1FD0-3979-4017-A1FE-6E59ED75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SSRP 2026 | Qianyi (Alfred) Chen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697F43-5164-46E0-B81B-AFB3801E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62700"/>
            <a:ext cx="779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Source: src/consent_audit/, scripts/, July 22 implementation audit</a:t>
            </a:r>
          </a:p>
        </p:txBody>
      </p:sp>
    </p:spTree>
    <p:extLst>
      <p:ext uri="{BB962C8B-B14F-4D97-AF65-F5344CB8AC3E}">
        <p14:creationId xmlns:p14="http://schemas.microsoft.com/office/powerpoint/2010/main" val="18992770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C5C39E-E20B-4C25-B8EF-0CF1739D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Three layers move from access to unbiased choice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C19C7-5865-4166-B122-C0FD80B8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810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DD8CA4-26DB-49C4-93B4-0F4C85CB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113919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525142-627E-4A3B-9749-2C9E2EBD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81175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2D81F1-2186-4965-BF80-123A3833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7165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Path availability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65F5A0-8DF2-4BA4-AF3B-36B9F6AF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098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Are accept, reject, customize, and dismiss reachable?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F13171-64C6-4C40-AFD9-0B9C1A38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240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70AD23-41B4-4DAD-8A87-B1F7BF2A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9900"/>
            <a:ext cx="113919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EEEF99-B327-4EB1-94A8-ED4F8A76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48025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E89250-26A9-4CE6-A505-494B18C5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3850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Path effort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95A5AD-F081-4BB1-825D-4B3C620D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766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How much interaction and friction does each available path require?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3CDB96-1F89-4A67-ACED-5D3378E1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909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9657A0-780C-4242-A062-8121AE49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113919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BCA5A8-93FE-4EA8-85EF-046730F5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14875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FA3613-FF16-4662-9C91-4EA03D5C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0535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Transparency + unbiased choice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9232D2-CEEF-4E7E-A1E9-ABC27209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435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What is disclosed, how is it framed, and are choices structurally balanced?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DCF4B6-ADB5-4E60-ADF4-2147B7D8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577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Two grades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ECA67D-A23F-46AF-A155-4B1E5613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SSRP 2026 | Qianyi (Alfred) Chen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C8FA64-08AE-4427-BEE3-D91ADA5F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62700"/>
            <a:ext cx="779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Source: CONCEPTS.md; SCHEMA.md</a:t>
            </a:r>
          </a:p>
        </p:txBody>
      </p:sp>
    </p:spTree>
    <p:extLst>
      <p:ext uri="{BB962C8B-B14F-4D97-AF65-F5344CB8AC3E}">
        <p14:creationId xmlns:p14="http://schemas.microsoft.com/office/powerpoint/2010/main" val="5140284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9A0D52-FC02-4FC3-927F-C1A2E28E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evidence package is substantial, but still a 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2183D8-A43D-4FFE-85FA-A79DB51C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810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3FB194-EEB5-4B4D-A60A-E4124636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139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Counts below describe files and exported rows in this checkout. They are not a percentage-complete claim or a final sample result.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00DF63-BA10-4B18-B676-7F8B1E2C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34290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B9608C-07DE-497D-BD89-E16A3A83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64E7A2-E887-468E-A955-7A03F620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5277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frozen Week 2 targets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544206-C3CB-4A6F-B41C-61642BC0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52650"/>
            <a:ext cx="34290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7A9156-F8C0-4FCF-8A75-2CEB5CD2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81250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rPr>
              <a:t>42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39258C-48AF-4A62-AD72-236F443D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5277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audit-report rows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6E6EA8-9E1D-4CE7-94DB-719DB957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52650"/>
            <a:ext cx="34290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FA5CEA-A918-45E6-AAAF-4701C52D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81250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E4A6CB-6ACB-4B57-872B-AF3A0BE8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52775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longitudinal-summary rows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9536C1-C5B5-459B-A0A4-233B0A68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541972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4CA9F7-196A-44C2-8925-ECED3069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49625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rPr>
              <a:t>326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71E75B-EEF0-431B-95AD-92668582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95875"/>
            <a:ext cx="49625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tracked site screenshots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33FBD4-BAA7-4CBB-AAD3-E8854CA8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095750"/>
            <a:ext cx="541972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0D34F7-DE94-4019-8ABF-9E1298A5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324350"/>
            <a:ext cx="49625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1CCBB2-3900-4C3D-AD0C-A5E1EFD1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095875"/>
            <a:ext cx="49625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synced referenced raw HTML files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D22873-33C5-4E26-BB4B-DD0EFADB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SSRP 2026 | Qianyi (Alfred) Chen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0102C4-CA50-48B8-A94E-6B9CE3CA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62700"/>
            <a:ext cx="779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Source: data/research_package/ and audited capture tree, 2026-07-22</a:t>
            </a:r>
          </a:p>
        </p:txBody>
      </p:sp>
    </p:spTree>
    <p:extLst>
      <p:ext uri="{BB962C8B-B14F-4D97-AF65-F5344CB8AC3E}">
        <p14:creationId xmlns:p14="http://schemas.microsoft.com/office/powerpoint/2010/main" val="7807010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048710-6081-4A54-910D-801CE264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Guardian demonstrates a visible first-screen choice interface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4161F8-10B9-40A9-AE77-76B32580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810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7FCEE7-BAAB-4930-BC0D-6D8EB055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rPr>
              <a:t>Stored observation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A952A-5EC4-46A4-828E-F8E029B5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stored screenshot shows a visible consent-choice screen with accept, reject, and manage-cookie controls.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E88EBB-D378-4A2E-B877-134C581D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4000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48E5A5-A2AE-42D4-9B20-F34E0E83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576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this supports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0DF309-58B2-42B5-9CE1-530E3158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36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A traceable banner-present evidence card. It does not establish a legal verdict or the site's current July state.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8636C7-11E2-4497-82B7-42DF497F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466850"/>
            <a:ext cx="6934200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c2f94055ff4987"/>
          <a:stretch xmlns:a="http://schemas.openxmlformats.org/drawingml/2006/main"/>
        </p:blipFill>
        <p:spPr>
          <a:xfrm xmlns:a="http://schemas.openxmlformats.org/drawingml/2006/main">
            <a:off x="5010150" y="1619250"/>
            <a:ext cx="6629400" cy="414337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6BA8A8-962C-4E1B-8BD1-083BEE54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SSRP 2026 | Qianyi (Alfred) Chen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20FCCE-2C5E-4917-B882-FB4C0D68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62700"/>
            <a:ext cx="779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Stored screenshot: www_theguardian_com_20260605_160209/layer1.png</a:t>
            </a:r>
          </a:p>
        </p:txBody>
      </p:sp>
    </p:spTree>
    <p:extLst>
      <p:ext uri="{BB962C8B-B14F-4D97-AF65-F5344CB8AC3E}">
        <p14:creationId xmlns:p14="http://schemas.microsoft.com/office/powerpoint/2010/main" val="17403654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09E215-5873-4BED-870F-C230EDFA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Coca-Cola demonstrates a visible preference center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025F33-37A4-4B7E-9414-684ADF45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810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1ED0BE-0CC7-430C-9235-FF76D7E5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6934200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dfc90fd8b140cf"/>
          <a:stretch xmlns:a="http://schemas.openxmlformats.org/drawingml/2006/main"/>
        </p:blipFill>
        <p:spPr>
          <a:xfrm xmlns:a="http://schemas.openxmlformats.org/drawingml/2006/main">
            <a:off x="552450" y="1619250"/>
            <a:ext cx="6629400" cy="4143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FD84AD-9427-4BCE-BB04-6946CEF3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66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rPr>
              <a:t>Stored 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261F80-4B1A-475B-AB77-B4DE976B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9814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stored screenshot shows a Privacy Preference Center with consent controls.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A122F9-9EEC-4329-9DCE-AF021B75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29050"/>
            <a:ext cx="39814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799655-C392-4BEB-8752-3262B95C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576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this supports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858E35-DE2D-439E-9716-E10D8D4A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577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024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A second banner-present evidence card and a capture-agent regression example, not a final site judgment.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EC2A3B-F85E-4B5B-8352-6D8F0FA7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SSRP 2026 | Qianyi (Alfred) Chen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2887BE-5E4C-4FB1-9125-61E8257A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62700"/>
            <a:ext cx="779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Stored screenshot: www_coca_cola_com_20260605_160238/layer1.png</a:t>
            </a:r>
          </a:p>
        </p:txBody>
      </p:sp>
    </p:spTree>
    <p:extLst>
      <p:ext uri="{BB962C8B-B14F-4D97-AF65-F5344CB8AC3E}">
        <p14:creationId xmlns:p14="http://schemas.microsoft.com/office/powerpoint/2010/main" val="18368013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642113-BDFB-46FE-825B-A8109C54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 visible first-screen banner is a contrast label, not a failure verdict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915F6E-4267-4A9D-B039-57CA4905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810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D6FC7D-E6A8-4BD4-A771-072F26B8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35623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7781d1a173446f"/>
          <a:stretch xmlns:a="http://schemas.openxmlformats.org/drawingml/2006/main"/>
        </p:blipFill>
        <p:spPr>
          <a:xfrm xmlns:a="http://schemas.openxmlformats.org/drawingml/2006/main">
            <a:off x="474345" y="1533525"/>
            <a:ext cx="3413760" cy="21336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94133A-1259-4A17-82FA-DC4796C3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CNN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47732-F388-4B0D-8C0D-256C64BF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3562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No visible first-screen cookie banner in this stored screenshot.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F3C373-8DF8-4F65-8C70-9C7401FD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485900"/>
            <a:ext cx="35623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a309bcf0fb4d10"/>
          <a:stretch xmlns:a="http://schemas.openxmlformats.org/drawingml/2006/main"/>
        </p:blipFill>
        <p:spPr>
          <a:xfrm xmlns:a="http://schemas.openxmlformats.org/drawingml/2006/main">
            <a:off x="4389120" y="1533525"/>
            <a:ext cx="3413760" cy="21336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B2260A-BBB6-4B5D-910E-262A9785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981450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Booking.com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BCD5D4-C642-40B4-BC8E-00F79FD5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514850"/>
            <a:ext cx="3562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No visible first-screen cookie banner in this stored screenshot.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96EB62-05A4-4AD4-B172-DF61C079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85900"/>
            <a:ext cx="35623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b27e4aa2e2425f"/>
          <a:stretch xmlns:a="http://schemas.openxmlformats.org/drawingml/2006/main"/>
        </p:blipFill>
        <p:spPr>
          <a:xfrm xmlns:a="http://schemas.openxmlformats.org/drawingml/2006/main">
            <a:off x="8303895" y="1533525"/>
            <a:ext cx="3413760" cy="21336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D5B95F-B767-4888-B4DC-E24A0A27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81450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NerdWallet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28BFBC-B823-40EA-A841-17ADDD60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14850"/>
            <a:ext cx="3562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No visible first-screen cookie banner in this stored screenshot.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EEAE6D-48F3-4CB1-BDEF-65AB8E3E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D0B64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69E585-D86A-4BD2-A0F3-1D0CD8AA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1089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These cases require a separate coding rule before any banner-path or sample-wide claim.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43ACAE-F7DB-429B-ADDA-2A813056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SSRP 2026 | Qianyi (Alfred) Chen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3E4542-00BC-41D3-A0B5-68B620FF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62700"/>
            <a:ext cx="779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Stored screenshots captured 2026-06-05; current-five evidence packet</a:t>
            </a:r>
          </a:p>
        </p:txBody>
      </p:sp>
    </p:spTree>
    <p:extLst>
      <p:ext uri="{BB962C8B-B14F-4D97-AF65-F5344CB8AC3E}">
        <p14:creationId xmlns:p14="http://schemas.microsoft.com/office/powerpoint/2010/main" val="2456842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7C9CDD-E16E-4328-8B7A-7956DD19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RQ2 works at pilot scale, but the current time series stops in June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064F9C-1472-4BED-A726-924E9839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810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00050" y="12573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615E7-575D-421D-A190-20BBA88F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The package proves that repeated records and deterministic summaries can be produced. It does not prove uninterrupted weekly tracking through July.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857250" y="3238500"/>
            <a:ext cx="10477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BD7C0A-F40B-4731-BA08-79EFBB1F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05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6D2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121983-E893-46D8-AB8E-950442F8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May 29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5ACB10-2D15-49E7-84FE-F07E6326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earliest report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observation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399684-7A25-470C-866E-73EB846E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05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6D2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16DDF8-C014-4E1E-BFDC-087EA271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5717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June 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0AFCA0-9343-462B-9516-3CF4941E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676650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latest report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observation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13ECAE-26EF-4990-A1E6-ACCD85CD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05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6D2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DB1598-BA27-48E4-9057-84B9BC39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5717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June 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512932-0F60-478F-865C-15E4C5B8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676650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latest exported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week_of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387ED9-97BD-4FC6-8ED4-B0C6DE7C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105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D35E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D07843-0F20-4547-9C49-571BF5BC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5717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July 22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FA4AD5-75F8-4E58-A1BA-7FF2A4A7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676650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audit and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artifact work only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08EE9F-9D9D-4C7B-96BE-50ACB5C6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919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D0B64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0A3390-F608-49D0-A50D-061BC7AF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Closeout choice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2F6CD2-350D-45E5-8794-17970F55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720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Run one controlled continuity observation only if it answers an approved RQ2 question and does not delay the presentation or poster.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C72A26-224B-4461-A5F5-C032B335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SSRP 2026 | Qianyi (Alfred) Chen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473059-3221-47FF-8EBD-B004FB4B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62700"/>
            <a:ext cx="779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Source: audit_report_summary.csv; longitudinal_summary.csv</a:t>
            </a:r>
          </a:p>
        </p:txBody>
      </p:sp>
    </p:spTree>
    <p:extLst>
      <p:ext uri="{BB962C8B-B14F-4D97-AF65-F5344CB8AC3E}">
        <p14:creationId xmlns:p14="http://schemas.microsoft.com/office/powerpoint/2010/main" val="1494591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9BFDD5-4CC7-473B-AB0D-17B47A9E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rPr>
              <a:t>CORE CLOSEOUT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776569-3C62-4B63-90D6-70ED81F3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7620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Freeze a defensible</a:t>
            </a:r>
          </a:p>
          <a:p xmlns:a="http://schemas.openxmlformats.org/drawingml/2006/main">
            <a:pPr algn="l">
              <a:defRPr sz="4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pilot by August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510A0D-C546-4D50-B676-2D01106F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57300"/>
            <a:ext cx="3219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4A1B88-1074-4131-9C72-1D66D29D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466850"/>
            <a:ext cx="2609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8D6F56-B1FC-4B32-8EF9-892D442A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57450"/>
            <a:ext cx="2609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calendar days from July 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31E50D-9B58-4F7A-8F63-62913020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AEBA85-EA16-405E-81C3-756D102D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957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Confirm or visibly carry pending decisions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B36FD8-99F1-4F9D-B3BF-52D571FB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2C6CF8-BABF-4507-8C81-D99967C7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481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Review and revise presentation + poster together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345590-CD46-41A1-88DA-AF5151BB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0060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AEC5E4-C91F-4BD9-9BB3-EF2D48CF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006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Freeze evidence manifest, limitations, and hashes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470679-5379-49FA-B019-F601C95F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5305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176D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E26EDD-713C-4FE3-AF7A-41733FA2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30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Rehearse, verify, back up, and stop adding scope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92F50A-9D33-4B48-B87B-0BAA7A5A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SSRP 2026 | Qianyi (Alfred) Chen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918B2D-0E47-4AF4-BEDD-DA671E75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62700"/>
            <a:ext cx="779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2666D"/>
                </a:solidFill>
                <a:latin typeface="Helvetica Neue"/>
                <a:ea typeface="Helvetica Neue"/>
                <a:cs typeface="Helvetica Neue"/>
              </a:rPr>
              <a:t>Source: July 22 closeout audit and plan</a:t>
            </a:r>
          </a:p>
        </p:txBody>
      </p:sp>
    </p:spTree>
    <p:extLst>
      <p:ext uri="{BB962C8B-B14F-4D97-AF65-F5344CB8AC3E}">
        <p14:creationId xmlns:p14="http://schemas.microsoft.com/office/powerpoint/2010/main" val="14472882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2026-07-21T17:26:58.4630000Z</dcterms:created>
  <dcterms:modified xsi:type="dcterms:W3CDTF">2026-07-21T17:26:58.4630000Z</dcterms:modified>
</coreProperties>
</file>