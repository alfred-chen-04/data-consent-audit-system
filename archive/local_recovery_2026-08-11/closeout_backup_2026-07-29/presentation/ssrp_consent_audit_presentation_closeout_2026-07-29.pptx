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1de5943b640f6" /><Relationship Type="http://schemas.openxmlformats.org/officeDocument/2006/relationships/extended-properties" Target="/docProps/app.xml" Id="R7c95f5c98bfa4d85" /><Relationship Type="http://schemas.openxmlformats.org/officeDocument/2006/relationships/officeDocument" Target="/ppt/presentation.xml" Id="R1d2816cc9dca4a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89223a4df8431b"/>
  </p:sldMasterIdLst>
  <p:notesMasterIdLst>
    <p:notesMasterId xmlns:r="http://schemas.openxmlformats.org/officeDocument/2006/relationships" r:id="R0867aad27a0a4b50"/>
  </p:notesMasterIdLst>
  <p:sldIdLst>
    <p:sldId xmlns:r="http://schemas.openxmlformats.org/officeDocument/2006/relationships" id="256" r:id="Rce674d5bd9464b84"/>
    <p:sldId xmlns:r="http://schemas.openxmlformats.org/officeDocument/2006/relationships" id="257" r:id="R5f959176782b4937"/>
    <p:sldId xmlns:r="http://schemas.openxmlformats.org/officeDocument/2006/relationships" id="258" r:id="R35c564cf03f043e8"/>
    <p:sldId xmlns:r="http://schemas.openxmlformats.org/officeDocument/2006/relationships" id="259" r:id="R8f7f8af29dbc47b0"/>
    <p:sldId xmlns:r="http://schemas.openxmlformats.org/officeDocument/2006/relationships" id="260" r:id="R2f4b07c8ff2c4597"/>
    <p:sldId xmlns:r="http://schemas.openxmlformats.org/officeDocument/2006/relationships" id="261" r:id="Rdb2797ed92b54b73"/>
    <p:sldId xmlns:r="http://schemas.openxmlformats.org/officeDocument/2006/relationships" id="262" r:id="R36f8231f231a4712"/>
    <p:sldId xmlns:r="http://schemas.openxmlformats.org/officeDocument/2006/relationships" id="263" r:id="Rc1f3545738334ddd"/>
    <p:sldId xmlns:r="http://schemas.openxmlformats.org/officeDocument/2006/relationships" id="264" r:id="Re33c0bed3ba34994"/>
    <p:sldId xmlns:r="http://schemas.openxmlformats.org/officeDocument/2006/relationships" id="265" r:id="R5e266aaf1931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06cff6a01b4fbb" /><Relationship Type="http://schemas.openxmlformats.org/officeDocument/2006/relationships/slideMaster" Target="/ppt/slideMasters/slideMaster1.xml" Id="R9e89223a4df8431b" /><Relationship Type="http://schemas.openxmlformats.org/officeDocument/2006/relationships/notesMaster" Target="/ppt/notesMasters/notesMaster1.xml" Id="R0867aad27a0a4b50" /><Relationship Type="http://schemas.openxmlformats.org/officeDocument/2006/relationships/presProps" Target="/ppt/presProps.xml" Id="R1e611ef2f44141c5" /><Relationship Type="http://schemas.openxmlformats.org/officeDocument/2006/relationships/tableStyles" Target="/ppt/tableStyles.xml" Id="Rb6df404a32d6419e" /><Relationship Type="http://schemas.openxmlformats.org/officeDocument/2006/relationships/slide" Target="/ppt/slides/slide1.xml" Id="Rce674d5bd9464b84" /><Relationship Type="http://schemas.openxmlformats.org/officeDocument/2006/relationships/slide" Target="/ppt/slides/slide2.xml" Id="R5f959176782b4937" /><Relationship Type="http://schemas.openxmlformats.org/officeDocument/2006/relationships/slide" Target="/ppt/slides/slide3.xml" Id="R35c564cf03f043e8" /><Relationship Type="http://schemas.openxmlformats.org/officeDocument/2006/relationships/slide" Target="/ppt/slides/slide4.xml" Id="R8f7f8af29dbc47b0" /><Relationship Type="http://schemas.openxmlformats.org/officeDocument/2006/relationships/slide" Target="/ppt/slides/slide5.xml" Id="R2f4b07c8ff2c4597" /><Relationship Type="http://schemas.openxmlformats.org/officeDocument/2006/relationships/slide" Target="/ppt/slides/slide6.xml" Id="Rdb2797ed92b54b73" /><Relationship Type="http://schemas.openxmlformats.org/officeDocument/2006/relationships/slide" Target="/ppt/slides/slide7.xml" Id="R36f8231f231a4712" /><Relationship Type="http://schemas.openxmlformats.org/officeDocument/2006/relationships/slide" Target="/ppt/slides/slide8.xml" Id="Rc1f3545738334ddd" /><Relationship Type="http://schemas.openxmlformats.org/officeDocument/2006/relationships/slide" Target="/ppt/slides/slide9.xml" Id="Re33c0bed3ba34994" /><Relationship Type="http://schemas.openxmlformats.org/officeDocument/2006/relationships/slide" Target="/ppt/slides/slide10.xml" Id="R5e266aaf1931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eec615e0c744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a516dc3e548f0" /><Relationship Type="http://schemas.openxmlformats.org/officeDocument/2006/relationships/notesMaster" Target="/ppt/notesMasters/notesMaster1.xml" Id="R432f189d2c014c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7c526edafd438a" /><Relationship Type="http://schemas.openxmlformats.org/officeDocument/2006/relationships/notesMaster" Target="/ppt/notesMasters/notesMaster1.xml" Id="R9118ad6208274c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2a212b8b97413b" /><Relationship Type="http://schemas.openxmlformats.org/officeDocument/2006/relationships/notesMaster" Target="/ppt/notesMasters/notesMaster1.xml" Id="R68803aea586d47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8bdfda58f425e" /><Relationship Type="http://schemas.openxmlformats.org/officeDocument/2006/relationships/notesMaster" Target="/ppt/notesMasters/notesMaster1.xml" Id="Rc35ca614274c4d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8f412229c4db5" /><Relationship Type="http://schemas.openxmlformats.org/officeDocument/2006/relationships/notesMaster" Target="/ppt/notesMasters/notesMaster1.xml" Id="Ra1c0252afee24c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125880f9c841cd" /><Relationship Type="http://schemas.openxmlformats.org/officeDocument/2006/relationships/notesMaster" Target="/ppt/notesMasters/notesMaster1.xml" Id="Rabe5d0d3b6b343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067cf18bd84c72" /><Relationship Type="http://schemas.openxmlformats.org/officeDocument/2006/relationships/notesMaster" Target="/ppt/notesMasters/notesMaster1.xml" Id="R57647b9b0ddd49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a8509785284e26" /><Relationship Type="http://schemas.openxmlformats.org/officeDocument/2006/relationships/notesMaster" Target="/ppt/notesMasters/notesMaster1.xml" Id="Ra3e41f0699424b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e7f0ef7df74270" /><Relationship Type="http://schemas.openxmlformats.org/officeDocument/2006/relationships/notesMaster" Target="/ppt/notesMasters/notesMaster1.xml" Id="R026f49d692dd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7745eb255c4cf5" /><Relationship Type="http://schemas.openxmlformats.org/officeDocument/2006/relationships/notesMaster" Target="/ppt/notesMasters/notesMaster1.xml" Id="R13dab55ca3be4f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16bf9a3a946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9d4423b5964f7e" /><Relationship Type="http://schemas.openxmlformats.org/officeDocument/2006/relationships/slideLayout" Target="/ppt/slideLayouts/slideLayout1.xml" Id="Rb8c20fcf8f0b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c20fcf8f0b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855f1848345c6" /><Relationship Type="http://schemas.openxmlformats.org/officeDocument/2006/relationships/notesSlide" Target="/ppt/notesSlides/notesSlide1.xml" Id="Re0551d16f80444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7f1356a654773" /><Relationship Type="http://schemas.openxmlformats.org/officeDocument/2006/relationships/notesSlide" Target="/ppt/notesSlides/notesSlide2.xml" Id="R878e40a6bb2947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1f66568984d81" /><Relationship Type="http://schemas.openxmlformats.org/officeDocument/2006/relationships/notesSlide" Target="/ppt/notesSlides/notesSlide3.xml" Id="R623dd75d4ea544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f273bf8f4499b" /><Relationship Type="http://schemas.openxmlformats.org/officeDocument/2006/relationships/notesSlide" Target="/ppt/notesSlides/notesSlide4.xml" Id="Refe92723a8264e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678359ce8421d" /><Relationship Type="http://schemas.openxmlformats.org/officeDocument/2006/relationships/notesSlide" Target="/ppt/notesSlides/notesSlide5.xml" Id="Rc048929a6df942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5d99eb968456e" /><Relationship Type="http://schemas.openxmlformats.org/officeDocument/2006/relationships/image" Target="/ppt/media/image.png" Id="Rf07ad33ebbbe4ad2" /><Relationship Type="http://schemas.openxmlformats.org/officeDocument/2006/relationships/notesSlide" Target="/ppt/notesSlides/notesSlide6.xml" Id="Rbe7416bb6ad648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6065ac89842cd" /><Relationship Type="http://schemas.openxmlformats.org/officeDocument/2006/relationships/image" Target="/ppt/media/image2.png" Id="Rc07635f536e14a26" /><Relationship Type="http://schemas.openxmlformats.org/officeDocument/2006/relationships/notesSlide" Target="/ppt/notesSlides/notesSlide7.xml" Id="Re765963b19d349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0ec8ddba64dbc" /><Relationship Type="http://schemas.openxmlformats.org/officeDocument/2006/relationships/image" Target="/ppt/media/image3.png" Id="Rb0676345c978475d" /><Relationship Type="http://schemas.openxmlformats.org/officeDocument/2006/relationships/image" Target="/ppt/media/image4.png" Id="R19ee9fe427cf4a5f" /><Relationship Type="http://schemas.openxmlformats.org/officeDocument/2006/relationships/image" Target="/ppt/media/image5.png" Id="Rb954e8d49d3e4272" /><Relationship Type="http://schemas.openxmlformats.org/officeDocument/2006/relationships/notesSlide" Target="/ppt/notesSlides/notesSlide8.xml" Id="R8e604ee7753c41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31d8389ad400a" /><Relationship Type="http://schemas.openxmlformats.org/officeDocument/2006/relationships/notesSlide" Target="/ppt/notesSlides/notesSlide9.xml" Id="R9fdff42857c347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61dd565324382" /><Relationship Type="http://schemas.openxmlformats.org/officeDocument/2006/relationships/notesSlide" Target="/ppt/notesSlides/notesSlide10.xml" Id="R6c3f0929e86547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F4851-0083-4D68-A2D4-7720A048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SSRP 2026 | PILOT METHODS CLOSEOUT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25EE-A045-496F-BB72-4123658F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95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Traceable Consent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Interface Audit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Versioning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4FDE1-7263-4A06-8053-3E1CFCB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4950"/>
            <a:ext cx="1981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FC667-84C8-4368-A862-26403B2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669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5879A-4E49-4DC0-B731-B4E5079E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574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unbiased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6E7D6-D3A7-4AD4-AA9C-A28D58D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909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A7FC2-E083-4094-8480-7CC07F05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81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and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69062-F02A-4F6A-B8FC-54A7C79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Qianyi (Alfred) Chen | Mentor: Dr. Jagdip Singh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06D91-6CFB-46B5-972A-8E1FA213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Current evidence through June 6, 2026</a:t>
            </a:r>
          </a:p>
        </p:txBody>
      </p:sp>
    </p:spTree>
    <p:extLst>
      <p:ext uri="{BB962C8B-B14F-4D97-AF65-F5344CB8AC3E}">
        <p14:creationId xmlns:p14="http://schemas.microsoft.com/office/powerpoint/2010/main" val="1897872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0ACE7-5B35-46C9-B8F7-5C67B03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evidence bundle serves two 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1FE3B-8D62-4C94-91A2-3D754D03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EEF57-3790-41FC-A518-A0DCBFF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project is not a screenshot collection. Screenshots, DOM-derived refs, visible text, hashes, and path attempts are evidence inputs for scoring and versioning.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693EB-EC50-4EFE-99B1-66840D8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65FD4-51DD-4D5D-8D9B-2BF32026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A166C-1148-4A8D-85FD-7F84802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11D68-C5BC-4096-B6EC-34DC22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the full consent pathway for unbiased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8E6BB-F8A9-4317-B290-F50295A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Availability -&gt; effort -&gt; transparency and unbiased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EDFCF-30EF-4FE6-A499-8F395274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F7D48-1A58-46B5-9537-9214180C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and version privacy interfaces over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FC4E0-C50D-48E9-B5F3-8799B8D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Repeated evidence -&gt; fingerprints -&gt; change events and summaries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2E4E9-5FCB-4E00-B643-6B492C6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2B625-26AC-4382-955B-38506314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original proposal RQs; current_project_goal_2026-07-02.md</a:t>
            </a:r>
          </a:p>
        </p:txBody>
      </p:sp>
    </p:spTree>
    <p:extLst>
      <p:ext uri="{BB962C8B-B14F-4D97-AF65-F5344CB8AC3E}">
        <p14:creationId xmlns:p14="http://schemas.microsoft.com/office/powerpoint/2010/main" val="265419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9A2EA-BD41-4E0C-9498-F4D15699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pilot is deterministic and locally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633FD-ACAF-4815-9039-5F3292B6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412CF-2B58-48CA-8356-D63D13C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Active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0E17B-B034-4D33-9CF1-2F0A35B1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0A0D-7229-4A06-9793-73F92AE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00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CFE5A-9B9A-4BA3-8F1F-AC4C2B3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6D65C-1AF2-43C3-9566-A15BC60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A664B-C105-47FF-A047-5307D17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Playwright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9D7AF-87FC-47E8-B56D-4D1E588D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screenshot, DOM-derived evidence, path attempts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F7FDB-80AA-4FA2-8391-3EC7D74F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66238-5BE2-472A-A529-59A5CBA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scoring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A02D5-994C-4BA4-994B-E79B7F99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Layer 1 / 2 / 3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263AE-8B65-4B70-BCDA-459680D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B8F20-0B00-45A3-83BC-872E67A1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6A8B4-5AAD-4698-B73D-D8806A33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AuditReport, CSV exports, weekly summaries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F6324-7B31-4C2B-B544-C2CCAC2F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E042A-F8EC-488B-A5EC-5A5D1BFC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34428-CA92-4BA4-BB81-478A4742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append-only JSONL and file copies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17C45-1C21-444F-8636-0F040E71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391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0B6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E8F42-CF0B-4F59-9E09-1B6D4E22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 active in this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2F2F1-9889-4BF2-A964-E0A524A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 LLM/VLM calls | PostgreSQL/R2 | APScheduler | hosted demo | per-report PDF generation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C1FD0-3979-4017-A1FE-6E59ED75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97F43-5164-46E0-B81B-AFB3801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src/consent_audit/, scripts/, July 22 implementation audit</a:t>
            </a:r>
          </a:p>
        </p:txBody>
      </p:sp>
    </p:spTree>
    <p:extLst>
      <p:ext uri="{BB962C8B-B14F-4D97-AF65-F5344CB8AC3E}">
        <p14:creationId xmlns:p14="http://schemas.microsoft.com/office/powerpoint/2010/main" val="1899277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5C39E-E20B-4C25-B8EF-0CF1739D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layers move from access to unbiased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C19C7-5865-4166-B122-C0FD80B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D8CA4-26DB-49C4-93B4-0F4C85C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25142-627E-4A3B-9749-2C9E2EBD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D81F1-2186-4965-BF80-123A383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716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5F5A0-8DF2-4BA4-AF3B-36B9F6A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Are accept, reject, customize, and dismiss reachable?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13171-64C6-4C40-AFD9-0B9C1A38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0AD23-41B4-4DAD-8A87-B1F7BF2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EEF99-B327-4EB1-94A8-ED4F8A76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89250-26A9-4CE6-A505-494B18C5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 effort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5A5AD-F081-4BB1-825D-4B3C620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76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How much interaction and friction does each available path require?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CDB96-1F89-4A67-ACED-5D3378E1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90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657A0-780C-4242-A062-8121AE49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CA5A8-93FE-4EA8-85EF-046730F5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A3613-FF16-4662-9C91-4EA03D5C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Transparency + unbiased 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232D2-CEEF-4E7E-A1E9-ABC27209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What is disclosed, how is it framed, and are choices structurally balanced?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CF4B6-ADB5-4E60-ADF4-2147B7D8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grades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CA67D-A23F-46AF-A155-4B1E5613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8FA64-08AE-4427-BEE3-D91ADA5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CONCEPTS.md; SCHEMA.md</a:t>
            </a:r>
          </a:p>
        </p:txBody>
      </p:sp>
    </p:spTree>
    <p:extLst>
      <p:ext uri="{BB962C8B-B14F-4D97-AF65-F5344CB8AC3E}">
        <p14:creationId xmlns:p14="http://schemas.microsoft.com/office/powerpoint/2010/main" val="514028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A0D52-FC02-4FC3-927F-C1A2E28E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evidence package is substantial, but still a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183D8-A43D-4FFE-85FA-A79DB51C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FB194-EEB5-4B4D-A60A-E4124636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Counts below describe files and exported rows in this checkout. They are not a percentage-complete claim or a final sample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0DF63-BA10-4B18-B676-7F8B1E2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9608C-07DE-497D-BD89-E16A3A83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4E7A2-E887-468E-A955-7A03F620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Week 2 targets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4206-C3CB-4A6F-B41C-61642BC0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A9156-F8C0-4FCF-8A75-2CEB5CD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9258C-48AF-4A62-AD72-236F443D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audit-report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E6EA8-9E1D-4CE7-94DB-719DB95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A5CEA-A918-45E6-AAAF-4701C52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4A6CB-6ACB-4B57-872B-AF3A0BE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527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longitudinal-summary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536C1-C5B5-459B-A0A4-233B0A6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1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CA9F7-196A-44C2-8925-ECED3069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962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326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1E75B-EEF0-431B-95AD-92668582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496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tracked site screenshots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3FBD4-BAA7-4CBB-AAD3-E8854CA8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95750"/>
            <a:ext cx="541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D34F7-DE94-4019-8ABF-9E1298A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4962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CCBB2-3900-4C3D-AD0C-A5E1EFD1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95875"/>
            <a:ext cx="496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synced referenced raw HTML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22873-33C5-4E26-BB4B-DD0EFADB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102C4-CA50-48B8-A94E-6B9CE3C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data/research_package/ and audited capture tree, 2026-07-22</a:t>
            </a:r>
          </a:p>
        </p:txBody>
      </p:sp>
    </p:spTree>
    <p:extLst>
      <p:ext uri="{BB962C8B-B14F-4D97-AF65-F5344CB8AC3E}">
        <p14:creationId xmlns:p14="http://schemas.microsoft.com/office/powerpoint/2010/main" val="780701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48710-6081-4A54-910D-801CE264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Guardian demonstrates a visible first-screen choice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161F8-10B9-40A9-AE77-76B32580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FCEE7-BAAB-4930-BC0D-6D8EB055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Stored 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A952A-5EC4-46A4-828E-F8E029B5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stored screenshot shows a visible consent-choice screen with accept, reject, and manage-cookie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88EBB-D378-4A2E-B877-134C581D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8E5A5-A2AE-42D4-9B20-F34E0E8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this supports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DF309-58B2-42B5-9CE1-530E315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 traceable banner-present evidence card. It does not establish a legal verdict or the site's current July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636C7-11E2-4497-82B7-42DF497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69342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ad33ebbbe4ad2"/>
          <a:stretch xmlns:a="http://schemas.openxmlformats.org/drawingml/2006/main"/>
        </p:blipFill>
        <p:spPr>
          <a:xfrm xmlns:a="http://schemas.openxmlformats.org/drawingml/2006/main">
            <a:off x="5010150" y="1619250"/>
            <a:ext cx="6629400" cy="4143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BA8A8-962C-4E1B-8BD1-083BEE54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0FCCE-2C5E-4917-B882-FB4C0D68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Stored screenshot: www_theguardian_com_20260605_160209/layer1.png</a:t>
            </a:r>
          </a:p>
        </p:txBody>
      </p:sp>
    </p:spTree>
    <p:extLst>
      <p:ext uri="{BB962C8B-B14F-4D97-AF65-F5344CB8AC3E}">
        <p14:creationId xmlns:p14="http://schemas.microsoft.com/office/powerpoint/2010/main" val="1740365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9E215-5873-4BED-870F-C230EDFA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Coca-Cola demonstrates a visible preference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5F33-37A4-4B7E-9414-684ADF4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ED0BE-0CC7-430C-9235-FF76D7E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9342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635f536e14a26"/>
          <a:stretch xmlns:a="http://schemas.openxmlformats.org/drawingml/2006/main"/>
        </p:blipFill>
        <p:spPr>
          <a:xfrm xmlns:a="http://schemas.openxmlformats.org/drawingml/2006/main">
            <a:off x="552450" y="1619250"/>
            <a:ext cx="6629400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D84AD-9427-4BCE-BB04-6946CEF3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Stored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61F80-4B1A-475B-AB77-B4DE976B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981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stored screenshot shows a Privacy Preference Center with consent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122F9-9EEC-4329-9DCE-AF021B75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3981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99655-C392-4BEB-8752-3262B95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this supports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58E35-DE2D-439E-9716-E10D8D4A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 second banner-present evidence card and a capture-agent regression example, not a final site judgment.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2A3B-F85E-4B5B-8352-6D8F0FA7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887BE-5E4C-4FB1-9125-61E8257A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Stored screenshot: www_coca_cola_com_20260605_160238/layer1.png</a:t>
            </a:r>
          </a:p>
        </p:txBody>
      </p:sp>
    </p:spTree>
    <p:extLst>
      <p:ext uri="{BB962C8B-B14F-4D97-AF65-F5344CB8AC3E}">
        <p14:creationId xmlns:p14="http://schemas.microsoft.com/office/powerpoint/2010/main" val="1836801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42113-BDFB-46FE-825B-A8109C54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visible first-screen banner is a contrast label, not a failure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15F6E-4267-4A9D-B039-57CA4905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6FC7D-E6A8-4BD4-A771-072F26B8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76345c978475d"/>
          <a:stretch xmlns:a="http://schemas.openxmlformats.org/drawingml/2006/main"/>
        </p:blipFill>
        <p:spPr>
          <a:xfrm xmlns:a="http://schemas.openxmlformats.org/drawingml/2006/main">
            <a:off x="474345" y="1533525"/>
            <a:ext cx="3413760" cy="2133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4133A-1259-4A17-82FA-DC4796C3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47732-F388-4B0D-8C0D-256C64BF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No visible first-screen cookie banner in this stored screenshot.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3C373-8DF8-4F65-8C70-9C7401FD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859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e9fe427cf4a5f"/>
          <a:stretch xmlns:a="http://schemas.openxmlformats.org/drawingml/2006/main"/>
        </p:blipFill>
        <p:spPr>
          <a:xfrm xmlns:a="http://schemas.openxmlformats.org/drawingml/2006/main">
            <a:off x="4389120" y="1533525"/>
            <a:ext cx="3413760" cy="2133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2260A-BBB6-4B5D-910E-262A978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81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Booking.com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CD5D4-C642-40B4-BC8E-00F79FD5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148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No visible first-screen cookie banner in this stored screenshot.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6EB62-05A4-4AD4-B172-DF61C07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859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4e8d49d3e4272"/>
          <a:stretch xmlns:a="http://schemas.openxmlformats.org/drawingml/2006/main"/>
        </p:blipFill>
        <p:spPr>
          <a:xfrm xmlns:a="http://schemas.openxmlformats.org/drawingml/2006/main">
            <a:off x="8303895" y="1533525"/>
            <a:ext cx="3413760" cy="2133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5B95F-B767-4888-B4DC-E24A0A2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NerdWallet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8BFBC-B823-40EA-A841-17ADDD60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No visible first-screen cookie banner in this stored screenshot.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EAE6D-48F3-4CB1-BDEF-65AB8E3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0B6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9E585-D86A-4BD2-A0F3-1D0CD8A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These cases remain separate contrasts; they are not banner-path failures or sample-wide claims.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3ACAE-F7DB-429B-ADDA-2A813056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E4542-00BC-41D3-A0B5-68B620F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Stored screenshots captured 2026-06-05; current-five evidence packet</a:t>
            </a:r>
          </a:p>
        </p:txBody>
      </p:sp>
    </p:spTree>
    <p:extLst>
      <p:ext uri="{BB962C8B-B14F-4D97-AF65-F5344CB8AC3E}">
        <p14:creationId xmlns:p14="http://schemas.microsoft.com/office/powerpoint/2010/main" val="245684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C9CDD-E16E-4328-8B7A-7956DD19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RQ2 works at pilot scale, but the current time series stops in June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64F9C-1472-4BED-A726-924E983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615E7-575D-421D-A190-20BBA88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The package proves that repeated records and deterministic summaries can be produced. It does not prove uninterrupted weekly tracking through July.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857250" y="32385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D7C0A-F40B-4731-BA08-79EFBB1F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21983-E893-46D8-AB8E-950442F8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May 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ACB10-2D15-49E7-84FE-F07E6326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earliest report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99684-7A25-470C-866E-73EB846E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6DDF8-C014-4E1E-BFDC-087EA27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June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AFCA0-9343-462B-9516-3CF4941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latest report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3ECAE-26EF-4990-A1E6-ACCD85C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B1598-BA27-48E4-9057-84B9BC39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June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12932-0F60-478F-865C-15E4C5B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latest exported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week_of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87ED9-97BD-4FC6-8ED4-B0C6DE7C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35E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07843-0F20-4547-9C49-571BF5BC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July 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A4AD5-75F8-4E58-A1BA-7FF2A4A7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audit and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artifact work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8EE9F-9D9D-4C7B-96BE-50ACB5C6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0B6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A3390-F608-49D0-A50D-061BC7A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Closeout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F6CD2-350D-45E5-8794-17970F5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72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the current timeline; run no new capture without a specific approved RQ2 question.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72A26-224B-4461-A5F5-C032B335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73059-3221-47FF-8EBD-B004FB4B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audit_report_summary.csv; longitudinal_summary.csv</a:t>
            </a:r>
          </a:p>
        </p:txBody>
      </p:sp>
    </p:spTree>
    <p:extLst>
      <p:ext uri="{BB962C8B-B14F-4D97-AF65-F5344CB8AC3E}">
        <p14:creationId xmlns:p14="http://schemas.microsoft.com/office/powerpoint/2010/main" val="149459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BFDD5-4CC7-473B-AB0D-17B47A9E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CORE CLOSEOUT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76569-3C62-4B63-90D6-70ED81F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a defensible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pilot by August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10A0D-C546-4D50-B676-2D01106F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3219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A1B88-1074-4131-9C72-1D66D29D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66850"/>
            <a:ext cx="2609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D6F56-B1FC-4B32-8EF9-892D442A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calendar days to August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1E50D-9B58-4F7A-8F63-62913020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EBA85-EA16-405E-81C3-756D102D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Carry unresolved review items as visible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36FD8-99F1-4F9D-B3BF-52D571F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C6CF8-BABF-4507-8C81-D99967C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and revise presentation + poster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45590-CD46-41A1-88DA-AF5151BB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EC5E4-C91F-4BD9-9BB3-EF2D48C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evidence manifest, limitations, and hashes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70679-5379-49FA-B019-F601C95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26EDD-713C-4FE3-AF7A-41733FA2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Rehearse, verify, back up, and stop adding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2F50A-9D33-4B48-B87B-0BAA7A5A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18B2D-0E47-4AF4-BEDD-DA671E75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July 22 closeout audit and plan</a:t>
            </a:r>
          </a:p>
        </p:txBody>
      </p:sp>
    </p:spTree>
    <p:extLst>
      <p:ext uri="{BB962C8B-B14F-4D97-AF65-F5344CB8AC3E}">
        <p14:creationId xmlns:p14="http://schemas.microsoft.com/office/powerpoint/2010/main" val="1447288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2026-07-29T03:14:10.1370000Z</dcterms:created>
  <dcterms:modified xsi:type="dcterms:W3CDTF">2026-07-29T03:14:10.1370000Z</dcterms:modified>
</coreProperties>
</file>